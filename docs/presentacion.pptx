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4302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4302A"/>
                </a:solidFill>
                <a:latin typeface="Arial"/>
              </a:rPr>
              <a:t>R² por modelo (test)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Reg. lineal</c:v>
                  </c:pt>
                  <c:pt idx="2">
                    <c:v>Random 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0.638</c:v>
                </c:pt>
                <c:pt idx="1">
                  <c:v>0.831</c:v>
                </c:pt>
                <c:pt idx="2">
                  <c:v>0.947</c:v>
                </c:pt>
                <c:pt idx="3">
                  <c:v>0.961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lag 1h</c:v>
                  </c:pt>
                  <c:pt idx="1">
                    <c:v>lag 24h</c:v>
                  </c:pt>
                  <c:pt idx="2">
                    <c:v>día laboral</c:v>
                  </c:pt>
                  <c:pt idx="3">
                    <c:v>hora (cos)</c:v>
                  </c:pt>
                  <c:pt idx="4">
                    <c:v>hora (sin)</c:v>
                  </c:pt>
                  <c:pt idx="5">
                    <c:v>fin de semana</c:v>
                  </c:pt>
                  <c:pt idx="6">
                    <c:v>media 3h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0.345</c:v>
                </c:pt>
                <c:pt idx="1">
                  <c:v>0.123</c:v>
                </c:pt>
                <c:pt idx="2">
                  <c:v>0.108</c:v>
                </c:pt>
                <c:pt idx="3">
                  <c:v>0.1</c:v>
                </c:pt>
                <c:pt idx="4">
                  <c:v>0.076</c:v>
                </c:pt>
                <c:pt idx="5">
                  <c:v>0.073</c:v>
                </c:pt>
                <c:pt idx="6">
                  <c:v>0.053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43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30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de predicción de demanda de bicicletas. Saludar y presentar al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de negocio: anticipar la demanda horaria para operar mejor. El modelo final logra R2=0.96.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fuentes reales unidas por datetime. Match del 100% con el clima; dataset final de 17.158 filas.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Flujo end-to-end: fuentes → ETL → modelo → API+dashboard. DevOps: Docker, CI, uv.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gana en todas las métricas. El baseline (predecir la demanda de hace 24h) queda muy por debajo.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variables autoregresivas dominan; calendario y clima complementan.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dashboard y API. Tener ambos servicios levantados o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logros y hoja de 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 Anticipar: por qué split temporal, cómo evitan fuga, por qué XGBoost, fallback de la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C3A1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🚲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Predicción de demanda de bicicletas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20040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solución completa de ciencia de datos: ETL multi-fuente, machine learning, API y dashboard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5120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 de Ciencia de Datos · Duoc UC 2026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(completar)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¿Cuántas bicicletas se usarán la próxima hora?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7680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21992"/>
            <a:ext cx="548640" cy="5486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1122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Redistribuir la flota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6888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bicicletas hacia donde habrá demanda antes de que falten.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7680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456432"/>
            <a:ext cx="548640" cy="5486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564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🛠️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334670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mantenimiento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70332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Aprovechar las horas valle para operar sin afectar el servicio.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7680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690872"/>
            <a:ext cx="548640" cy="5486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6908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58114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la operación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937760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Anticipar peaks de commuting y estacionalidad.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1965960"/>
            <a:ext cx="3063240" cy="3063240"/>
          </a:xfrm>
          <a:prstGeom prst="roundRect">
            <a:avLst>
              <a:gd name="adj" fmla="val 2985"/>
            </a:avLst>
          </a:prstGeom>
          <a:solidFill>
            <a:srgbClr val="F5F7F2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49640" y="246888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6400" dirty="0"/>
          </a:p>
        </p:txBody>
      </p:sp>
      <p:sp>
        <p:nvSpPr>
          <p:cNvPr id="21" name="Text 19"/>
          <p:cNvSpPr/>
          <p:nvPr/>
        </p:nvSpPr>
        <p:spPr>
          <a:xfrm>
            <a:off x="8732520" y="361188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varianza de la demanda explicada por el modelo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Datos: 3 fuentes integradas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7472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Bike Sharing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DC · 2011-2012 · horario. Demanda (cnt) y contexto.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17.379 filas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47472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API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26974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 histórico real, sin clave. Aporta precipitación real.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429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API key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47472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Feriados (holidays)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1040" y="26974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Feriados federales de EE.UU. como contexto de calendario.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429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fechas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1605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5F7F2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Unión por fecha-hora (datetime)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4800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17.158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finales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66160" y="4800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3566160" y="5440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4800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6309360" y="5440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con clima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52560" y="4800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9052560" y="5440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en features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técnica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22860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· Open-Meteo · Holidays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090672" y="237744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29000" y="20116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22860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66160" y="27432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→ transform → features → load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71032" y="237744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22860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27432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(model.pkl)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51392" y="237744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189720" y="20116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1C3A1C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89720" y="22860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326880" y="27432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+ Dashboard Dash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320040" cy="3200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1148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docker-compose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0" y="411480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(8000) y dashboard (8050) en una imagen común.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320040" cy="3200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49834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(CI)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498348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(ruff) + tests (pytest) + build de imagen en cada push.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897880"/>
            <a:ext cx="320040" cy="3200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5" name="Text 23"/>
          <p:cNvSpPr/>
          <p:nvPr/>
        </p:nvSpPr>
        <p:spPr>
          <a:xfrm>
            <a:off x="1097280" y="58521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+ paquete instalable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29200" y="585216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reproducible con Python 3.13 y dependencias fijadas.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y comparación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80/20 (sin barajar) · validación con TimeSeriesSplit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55778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94560"/>
          <a:ext cx="52120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(lag 24h)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49377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error medio ≈ 27 bicicletas/hora.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mueve la demanda?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554480"/>
            <a:ext cx="4206240" cy="4389120"/>
          </a:xfrm>
          <a:prstGeom prst="roundRect">
            <a:avLst>
              <a:gd name="adj" fmla="val 2174"/>
            </a:avLst>
          </a:prstGeom>
          <a:solidFill>
            <a:srgbClr val="F5F7F2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68096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680960" y="2331720"/>
            <a:ext cx="36576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demanda reciente (lags) es el mejor predictor: la demanda es persistente.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día laboral y la hora capturan el patrón de commuting (doble peak).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clima (temperatura, precipitación) afina los casos extremos.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funcional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mostraremos en vivo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7472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202996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(:8050)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2029968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serie temporal, heatmap hora×día, clima vs demanda.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7472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308152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Modelo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0" y="3081528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Predicho vs real e importancia de variables.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7472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41330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Predicción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4133088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sliders (hora, clima) y obtener la demanda estimada.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7472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257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" y="518464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(:8000/docs)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5184648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/predict: hora punta ≈ 395 bicis/h · madrugada lluviosa ≈ 8 bicis/h.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trabajo futuro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5F7F2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459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Logrado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end-to-end: datos → modelo → API → dashboard → contenedor → CI.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multi-fuente real con 100% de match y 0 nulos.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XGBoost con R²=0.96 y error medio ~27 bicis/h.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prácticas: tests, lint, reproducibilidad con uv.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30352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3E8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69A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0" y="2240280"/>
            <a:ext cx="47548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programado con datos frescos.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a más ciudades y a nivel de estación (mapa).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de eventos y festivales locales.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la nube (CD) con monitoreo del modelo.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github.com/SebastianRGP/desafio-movilidad-bikeshare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2026-07-12T17:16:13Z</dcterms:created>
  <dcterms:modified xsi:type="dcterms:W3CDTF">2026-07-12T17:16:13Z</dcterms:modified>
</cp:coreProperties>
</file>