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302A"/>
                </a:solidFill>
                <a:latin typeface="Arial"/>
              </a:defRPr>
            </a:pPr>
            <a:r>
              <a:rPr lang="es-CL" sz="1400" b="0" i="0" u="none" strike="noStrike">
                <a:solidFill>
                  <a:srgbClr val="24302A"/>
                </a:solidFill>
                <a:latin typeface="Arial"/>
              </a:rPr>
              <a:t>R² por modelo (test)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302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Reg. lineal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0.63800000000000001</c:v>
                </c:pt>
                <c:pt idx="1">
                  <c:v>0.83099999999999996</c:v>
                </c:pt>
                <c:pt idx="2">
                  <c:v>0.94699999999999995</c:v>
                </c:pt>
                <c:pt idx="3">
                  <c:v>0.96099999999999997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85-4067-BDFC-835229096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302A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lag 1h</c:v>
                </c:pt>
                <c:pt idx="1">
                  <c:v>lag 24h</c:v>
                </c:pt>
                <c:pt idx="2">
                  <c:v>día laboral</c:v>
                </c:pt>
                <c:pt idx="3">
                  <c:v>hora (cos)</c:v>
                </c:pt>
                <c:pt idx="4">
                  <c:v>hora (sin)</c:v>
                </c:pt>
                <c:pt idx="5">
                  <c:v>fin de semana</c:v>
                </c:pt>
                <c:pt idx="6">
                  <c:v>media 3h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0.34499999999999997</c:v>
                </c:pt>
                <c:pt idx="1">
                  <c:v>0.123</c:v>
                </c:pt>
                <c:pt idx="2">
                  <c:v>0.108</c:v>
                </c:pt>
                <c:pt idx="3">
                  <c:v>0.1</c:v>
                </c:pt>
                <c:pt idx="4">
                  <c:v>7.5999999999999998E-2</c:v>
                </c:pt>
                <c:pt idx="5">
                  <c:v>7.2999999999999995E-2</c:v>
                </c:pt>
                <c:pt idx="6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A5-422A-BBA6-EE63E71CB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30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de predicción de demanda de bicicletas. Saludar y presentar al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de negocio: anticipar la demanda horaria para operar mejor. El modelo final logra R2=0.96.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fuentes reales unidas por datetime. Match del 100% con el clima; dataset final de 17.158 filas.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end-to-end: fuentes → ETL → modelo → API+dashboard. DevOps: Docker, CI, 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gana en todas las métricas. El baseline (predecir la demanda de hace 24h) queda muy por debajo.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variables autoregresivas dominan; calendario y clima complementan.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dashboard y API. Tener ambos servicios levantados o docker compose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logros y hoja de 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 Anticipar: por qué split temporal, cómo evitan fuga, por qué XGBoost, fallback de la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00000"/>
                </a:solidFill>
              </a:rPr>
              <a:t>🚲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demanda de bicicletas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completa de ciencia de datos: ETL multi-fuente, machine learning, API y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de Ciencia de Datos · Duoc UC 2026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González Pino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Hernan Lippke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Arauz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en-US" sz="15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Michelangelo </a:t>
            </a:r>
            <a:r>
              <a:rPr lang="en-US" sz="1500" dirty="0" err="1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Bandelli</a:t>
            </a:r>
            <a:endParaRPr lang="en-US" sz="1500" dirty="0">
              <a:solidFill>
                <a:srgbClr val="C9D6C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bicicletas se usarán la próxima hora?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" y="2221992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122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 la flota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bicicletas hacia donde habrá demanda antes de que falten.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77240" y="3456432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77240" y="3456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34670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mantenimiento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7033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las horas valle para operar sin afectar el servicio.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77240" y="4690872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7724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5811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la operación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9377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peaks de commuting y estacionalidad.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9640" y="1965960"/>
            <a:ext cx="3063240" cy="3063240"/>
          </a:xfrm>
          <a:prstGeom prst="roundRect">
            <a:avLst>
              <a:gd name="adj" fmla="val 2985"/>
            </a:avLst>
          </a:prstGeom>
          <a:solidFill>
            <a:srgbClr val="F5F7F2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549640" y="24688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8732520" y="361188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varianza de la demanda explicada por el modelo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Datos: 3 fuentes integradas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Bike Sharing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DC · 2011-2012 · horario. Demanda (cnt) y contexto.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17.379 filas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histórico real, sin clave. Aporta precipitación real.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 key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321040" y="16459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3210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(holidays)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Feriados federales de EE.UU. como contexto de calendario.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fechas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5F7F2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Unión por fecha-hora (datetime)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17.158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finales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800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566160" y="5440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800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309360" y="5440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 clima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0" y="4800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052560" y="5440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en features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técnica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· Open-Meteo · Holidays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90672" y="23774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2743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features → 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71032" y="23774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(model.pkl)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51392" y="23774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18972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C3A1C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189720" y="2286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0" y="27432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Dashboard Dash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(8000) y dashboard (8050) en una imagen común.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097280" y="4983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9834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(ruff) + tests (pytest) + build de imagen en cada push.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320040" cy="3200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097280" y="5852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+ paquete instalable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58521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 con Python 3.13 y dependencias fijadas.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y comparación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80/20 (sin barajar) · validación con TimeSeriesSplit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212080" cy="22860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(lag 24h)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lineal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4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4937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error medio ≈ 27 bicicletas/hora.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mueve la demanda?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65836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174"/>
            </a:avLst>
          </a:prstGeom>
          <a:solidFill>
            <a:srgbClr val="F5F7F2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76809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80960" y="233172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demanda reciente (lags) es el mejor predictor: la demanda es persistente.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laboral y la hora capturan el patrón de commuting (doble peak).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clima (temperatura, precipitación) afina los casos extremos.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funcional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mostraremos en vivo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747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0299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(:8050)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202996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serie temporal, heatmap hora×día, clima vs demanda.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747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0815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Modelo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30815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 vs real e importancia de variables.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747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4133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Predicción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413308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sliders (hora, clima) y obtener la demanda estimada.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747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5184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(:8000/docs)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518464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/predict: hora punta ≈ 395 bicis/h · madrugada lluviosa ≈ 8 bicis/h.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trabajo futuro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5F7F2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end-to-end: datos → modelo → API → dashboard → contenedor → CI.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multi-fuente real con 100% de match y 0 nulos.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XGBoost con R²=0.96 y error medio ~27 bicis/h.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prácticas: tests, lint, reproducibilidad con uv.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3E8E0"/>
            </a:solidFill>
            <a:prstDash val="solid"/>
          </a:ln>
          <a:effectLst>
            <a:outerShdw blurRad="76200" dist="25400" dir="5400000" algn="bl" rotWithShape="0">
              <a:srgbClr val="9AA69A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programado con datos frescos.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más ciudades y a nivel de estación (mapa).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 eventos y festivales locales.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(CD) con monitoreo del modelo.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github.com/SebastianRGP/desafio-movilidad-bikeshare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728</Words>
  <Application>Microsoft Office PowerPoint</Application>
  <PresentationFormat>Panorámica</PresentationFormat>
  <Paragraphs>137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Sebastián Rodrigo González Pino</cp:lastModifiedBy>
  <cp:revision>2</cp:revision>
  <dcterms:created xsi:type="dcterms:W3CDTF">2026-07-12T17:16:13Z</dcterms:created>
  <dcterms:modified xsi:type="dcterms:W3CDTF">2026-07-12T17:49:32Z</dcterms:modified>
</cp:coreProperties>
</file>